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63" r:id="rId16"/>
    <p:sldId id="261" r:id="rId17"/>
    <p:sldId id="262" r:id="rId18"/>
    <p:sldId id="265" r:id="rId19"/>
    <p:sldId id="266" r:id="rId20"/>
    <p:sldId id="264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958C10-0CC8-44AA-8C7B-EE31F89C3907}" v="54" dt="2026-07-23T11:54:13.6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132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raj29pardeshi@outlook.com" userId="09b37a1ecba02ed4" providerId="LiveId" clId="{14944D39-AF07-4F21-BD3E-D755B6131C38}"/>
    <pc:docChg chg="undo custSel addSld delSld modSld">
      <pc:chgData name="suraj29pardeshi@outlook.com" userId="09b37a1ecba02ed4" providerId="LiveId" clId="{14944D39-AF07-4F21-BD3E-D755B6131C38}" dt="2026-07-23T11:54:13.709" v="503" actId="27636"/>
      <pc:docMkLst>
        <pc:docMk/>
      </pc:docMkLst>
      <pc:sldChg chg="modSp new">
        <pc:chgData name="suraj29pardeshi@outlook.com" userId="09b37a1ecba02ed4" providerId="LiveId" clId="{14944D39-AF07-4F21-BD3E-D755B6131C38}" dt="2026-07-23T11:13:44.194" v="3"/>
        <pc:sldMkLst>
          <pc:docMk/>
          <pc:sldMk cId="4104132333" sldId="256"/>
        </pc:sldMkLst>
        <pc:spChg chg="mod">
          <ac:chgData name="suraj29pardeshi@outlook.com" userId="09b37a1ecba02ed4" providerId="LiveId" clId="{14944D39-AF07-4F21-BD3E-D755B6131C38}" dt="2026-07-23T11:13:44.194" v="3"/>
          <ac:spMkLst>
            <pc:docMk/>
            <pc:sldMk cId="4104132333" sldId="256"/>
            <ac:spMk id="2" creationId="{5C40E26B-AAEC-8CF0-DA30-0CAB69167E0F}"/>
          </ac:spMkLst>
        </pc:spChg>
        <pc:spChg chg="mod">
          <ac:chgData name="suraj29pardeshi@outlook.com" userId="09b37a1ecba02ed4" providerId="LiveId" clId="{14944D39-AF07-4F21-BD3E-D755B6131C38}" dt="2026-07-23T11:13:44.194" v="3"/>
          <ac:spMkLst>
            <pc:docMk/>
            <pc:sldMk cId="4104132333" sldId="256"/>
            <ac:spMk id="3" creationId="{E1C56CAB-6814-D060-D855-17909508CE89}"/>
          </ac:spMkLst>
        </pc:spChg>
      </pc:sldChg>
      <pc:sldChg chg="modSp new">
        <pc:chgData name="suraj29pardeshi@outlook.com" userId="09b37a1ecba02ed4" providerId="LiveId" clId="{14944D39-AF07-4F21-BD3E-D755B6131C38}" dt="2026-07-23T11:14:24.646" v="6"/>
        <pc:sldMkLst>
          <pc:docMk/>
          <pc:sldMk cId="3034788580" sldId="257"/>
        </pc:sldMkLst>
        <pc:spChg chg="mod">
          <ac:chgData name="suraj29pardeshi@outlook.com" userId="09b37a1ecba02ed4" providerId="LiveId" clId="{14944D39-AF07-4F21-BD3E-D755B6131C38}" dt="2026-07-23T11:14:18.049" v="5"/>
          <ac:spMkLst>
            <pc:docMk/>
            <pc:sldMk cId="3034788580" sldId="257"/>
            <ac:spMk id="2" creationId="{00A675E9-1253-28A8-4047-E435431DA9C4}"/>
          </ac:spMkLst>
        </pc:spChg>
        <pc:spChg chg="mod">
          <ac:chgData name="suraj29pardeshi@outlook.com" userId="09b37a1ecba02ed4" providerId="LiveId" clId="{14944D39-AF07-4F21-BD3E-D755B6131C38}" dt="2026-07-23T11:14:24.646" v="6"/>
          <ac:spMkLst>
            <pc:docMk/>
            <pc:sldMk cId="3034788580" sldId="257"/>
            <ac:spMk id="3" creationId="{821F4161-DD39-45C7-C9A4-88C3C760A99D}"/>
          </ac:spMkLst>
        </pc:spChg>
      </pc:sldChg>
      <pc:sldChg chg="new del">
        <pc:chgData name="suraj29pardeshi@outlook.com" userId="09b37a1ecba02ed4" providerId="LiveId" clId="{14944D39-AF07-4F21-BD3E-D755B6131C38}" dt="2026-07-23T11:15:45.549" v="10" actId="47"/>
        <pc:sldMkLst>
          <pc:docMk/>
          <pc:sldMk cId="874619004" sldId="258"/>
        </pc:sldMkLst>
      </pc:sldChg>
      <pc:sldChg chg="new del">
        <pc:chgData name="suraj29pardeshi@outlook.com" userId="09b37a1ecba02ed4" providerId="LiveId" clId="{14944D39-AF07-4F21-BD3E-D755B6131C38}" dt="2026-07-23T11:15:32.037" v="8" actId="47"/>
        <pc:sldMkLst>
          <pc:docMk/>
          <pc:sldMk cId="1460525471" sldId="258"/>
        </pc:sldMkLst>
      </pc:sldChg>
      <pc:sldChg chg="modSp new mod">
        <pc:chgData name="suraj29pardeshi@outlook.com" userId="09b37a1ecba02ed4" providerId="LiveId" clId="{14944D39-AF07-4F21-BD3E-D755B6131C38}" dt="2026-07-23T11:19:39.870" v="65" actId="20577"/>
        <pc:sldMkLst>
          <pc:docMk/>
          <pc:sldMk cId="2644546173" sldId="258"/>
        </pc:sldMkLst>
        <pc:spChg chg="mod">
          <ac:chgData name="suraj29pardeshi@outlook.com" userId="09b37a1ecba02ed4" providerId="LiveId" clId="{14944D39-AF07-4F21-BD3E-D755B6131C38}" dt="2026-07-23T11:18:55.872" v="49" actId="20577"/>
          <ac:spMkLst>
            <pc:docMk/>
            <pc:sldMk cId="2644546173" sldId="258"/>
            <ac:spMk id="2" creationId="{CF035A8D-3705-E669-5EFB-791463E7186A}"/>
          </ac:spMkLst>
        </pc:spChg>
        <pc:spChg chg="mod">
          <ac:chgData name="suraj29pardeshi@outlook.com" userId="09b37a1ecba02ed4" providerId="LiveId" clId="{14944D39-AF07-4F21-BD3E-D755B6131C38}" dt="2026-07-23T11:19:39.870" v="65" actId="20577"/>
          <ac:spMkLst>
            <pc:docMk/>
            <pc:sldMk cId="2644546173" sldId="258"/>
            <ac:spMk id="3" creationId="{328DAEDC-EF73-8A30-259B-82FB7880AC18}"/>
          </ac:spMkLst>
        </pc:spChg>
      </pc:sldChg>
      <pc:sldChg chg="modSp new">
        <pc:chgData name="suraj29pardeshi@outlook.com" userId="09b37a1ecba02ed4" providerId="LiveId" clId="{14944D39-AF07-4F21-BD3E-D755B6131C38}" dt="2026-07-23T11:21:39.700" v="68"/>
        <pc:sldMkLst>
          <pc:docMk/>
          <pc:sldMk cId="880431899" sldId="259"/>
        </pc:sldMkLst>
        <pc:spChg chg="mod">
          <ac:chgData name="suraj29pardeshi@outlook.com" userId="09b37a1ecba02ed4" providerId="LiveId" clId="{14944D39-AF07-4F21-BD3E-D755B6131C38}" dt="2026-07-23T11:20:14.734" v="67"/>
          <ac:spMkLst>
            <pc:docMk/>
            <pc:sldMk cId="880431899" sldId="259"/>
            <ac:spMk id="2" creationId="{806C7C68-DF36-836D-D981-C5113A1FAFD4}"/>
          </ac:spMkLst>
        </pc:spChg>
        <pc:spChg chg="mod">
          <ac:chgData name="suraj29pardeshi@outlook.com" userId="09b37a1ecba02ed4" providerId="LiveId" clId="{14944D39-AF07-4F21-BD3E-D755B6131C38}" dt="2026-07-23T11:21:39.700" v="68"/>
          <ac:spMkLst>
            <pc:docMk/>
            <pc:sldMk cId="880431899" sldId="259"/>
            <ac:spMk id="3" creationId="{A11C5044-3F13-CD6D-0325-5AF4C7ED9EEE}"/>
          </ac:spMkLst>
        </pc:spChg>
      </pc:sldChg>
      <pc:sldChg chg="modSp new mod">
        <pc:chgData name="suraj29pardeshi@outlook.com" userId="09b37a1ecba02ed4" providerId="LiveId" clId="{14944D39-AF07-4F21-BD3E-D755B6131C38}" dt="2026-07-23T11:23:02.668" v="73" actId="20577"/>
        <pc:sldMkLst>
          <pc:docMk/>
          <pc:sldMk cId="3366810597" sldId="260"/>
        </pc:sldMkLst>
        <pc:spChg chg="mod">
          <ac:chgData name="suraj29pardeshi@outlook.com" userId="09b37a1ecba02ed4" providerId="LiveId" clId="{14944D39-AF07-4F21-BD3E-D755B6131C38}" dt="2026-07-23T11:22:52.921" v="70"/>
          <ac:spMkLst>
            <pc:docMk/>
            <pc:sldMk cId="3366810597" sldId="260"/>
            <ac:spMk id="2" creationId="{076F6B8A-5654-18A6-BB66-816341FE5A95}"/>
          </ac:spMkLst>
        </pc:spChg>
        <pc:spChg chg="mod">
          <ac:chgData name="suraj29pardeshi@outlook.com" userId="09b37a1ecba02ed4" providerId="LiveId" clId="{14944D39-AF07-4F21-BD3E-D755B6131C38}" dt="2026-07-23T11:23:02.668" v="73" actId="20577"/>
          <ac:spMkLst>
            <pc:docMk/>
            <pc:sldMk cId="3366810597" sldId="260"/>
            <ac:spMk id="3" creationId="{086C2D3F-8789-91A7-9455-F6AE3C37E79A}"/>
          </ac:spMkLst>
        </pc:spChg>
      </pc:sldChg>
      <pc:sldChg chg="addSp modSp new mod">
        <pc:chgData name="suraj29pardeshi@outlook.com" userId="09b37a1ecba02ed4" providerId="LiveId" clId="{14944D39-AF07-4F21-BD3E-D755B6131C38}" dt="2026-07-23T11:26:48.612" v="132" actId="1076"/>
        <pc:sldMkLst>
          <pc:docMk/>
          <pc:sldMk cId="1463592686" sldId="261"/>
        </pc:sldMkLst>
        <pc:spChg chg="add mod">
          <ac:chgData name="suraj29pardeshi@outlook.com" userId="09b37a1ecba02ed4" providerId="LiveId" clId="{14944D39-AF07-4F21-BD3E-D755B6131C38}" dt="2026-07-23T11:26:37.424" v="130"/>
          <ac:spMkLst>
            <pc:docMk/>
            <pc:sldMk cId="1463592686" sldId="261"/>
            <ac:spMk id="4" creationId="{5A14598A-B841-5340-75F0-5BCDD4544D58}"/>
          </ac:spMkLst>
        </pc:spChg>
        <pc:picChg chg="add mod">
          <ac:chgData name="suraj29pardeshi@outlook.com" userId="09b37a1ecba02ed4" providerId="LiveId" clId="{14944D39-AF07-4F21-BD3E-D755B6131C38}" dt="2026-07-23T11:26:48.612" v="132" actId="1076"/>
          <ac:picMkLst>
            <pc:docMk/>
            <pc:sldMk cId="1463592686" sldId="261"/>
            <ac:picMk id="3" creationId="{A77A347B-2DB5-80E3-B1DC-788298711A52}"/>
          </ac:picMkLst>
        </pc:picChg>
      </pc:sldChg>
      <pc:sldChg chg="addSp modSp new mod">
        <pc:chgData name="suraj29pardeshi@outlook.com" userId="09b37a1ecba02ed4" providerId="LiveId" clId="{14944D39-AF07-4F21-BD3E-D755B6131C38}" dt="2026-07-23T11:29:07.429" v="151" actId="1076"/>
        <pc:sldMkLst>
          <pc:docMk/>
          <pc:sldMk cId="1445497163" sldId="262"/>
        </pc:sldMkLst>
        <pc:spChg chg="add mod">
          <ac:chgData name="suraj29pardeshi@outlook.com" userId="09b37a1ecba02ed4" providerId="LiveId" clId="{14944D39-AF07-4F21-BD3E-D755B6131C38}" dt="2026-07-23T11:28:53.721" v="148" actId="1076"/>
          <ac:spMkLst>
            <pc:docMk/>
            <pc:sldMk cId="1445497163" sldId="262"/>
            <ac:spMk id="2" creationId="{468E3E03-3938-7BDB-C66E-F1A3E7440EA5}"/>
          </ac:spMkLst>
        </pc:spChg>
        <pc:picChg chg="add mod">
          <ac:chgData name="suraj29pardeshi@outlook.com" userId="09b37a1ecba02ed4" providerId="LiveId" clId="{14944D39-AF07-4F21-BD3E-D755B6131C38}" dt="2026-07-23T11:29:07.429" v="151" actId="1076"/>
          <ac:picMkLst>
            <pc:docMk/>
            <pc:sldMk cId="1445497163" sldId="262"/>
            <ac:picMk id="4" creationId="{048BFAAE-8287-9EC5-7B3F-2E9E96188849}"/>
          </ac:picMkLst>
        </pc:picChg>
      </pc:sldChg>
      <pc:sldChg chg="addSp modSp new mod">
        <pc:chgData name="suraj29pardeshi@outlook.com" userId="09b37a1ecba02ed4" providerId="LiveId" clId="{14944D39-AF07-4F21-BD3E-D755B6131C38}" dt="2026-07-23T11:31:22.284" v="191" actId="14100"/>
        <pc:sldMkLst>
          <pc:docMk/>
          <pc:sldMk cId="1337055961" sldId="263"/>
        </pc:sldMkLst>
        <pc:spChg chg="add mod">
          <ac:chgData name="suraj29pardeshi@outlook.com" userId="09b37a1ecba02ed4" providerId="LiveId" clId="{14944D39-AF07-4F21-BD3E-D755B6131C38}" dt="2026-07-23T11:31:16.438" v="189" actId="1076"/>
          <ac:spMkLst>
            <pc:docMk/>
            <pc:sldMk cId="1337055961" sldId="263"/>
            <ac:spMk id="4" creationId="{1BB6D729-A624-26CD-6902-C73791D0918A}"/>
          </ac:spMkLst>
        </pc:spChg>
        <pc:picChg chg="add mod">
          <ac:chgData name="suraj29pardeshi@outlook.com" userId="09b37a1ecba02ed4" providerId="LiveId" clId="{14944D39-AF07-4F21-BD3E-D755B6131C38}" dt="2026-07-23T11:31:22.284" v="191" actId="14100"/>
          <ac:picMkLst>
            <pc:docMk/>
            <pc:sldMk cId="1337055961" sldId="263"/>
            <ac:picMk id="3" creationId="{C9551787-82EB-26DE-4659-69D8390EF8D4}"/>
          </ac:picMkLst>
        </pc:picChg>
      </pc:sldChg>
      <pc:sldChg chg="modSp new mod">
        <pc:chgData name="suraj29pardeshi@outlook.com" userId="09b37a1ecba02ed4" providerId="LiveId" clId="{14944D39-AF07-4F21-BD3E-D755B6131C38}" dt="2026-07-23T11:34:26.610" v="216"/>
        <pc:sldMkLst>
          <pc:docMk/>
          <pc:sldMk cId="2337591296" sldId="264"/>
        </pc:sldMkLst>
        <pc:spChg chg="mod">
          <ac:chgData name="suraj29pardeshi@outlook.com" userId="09b37a1ecba02ed4" providerId="LiveId" clId="{14944D39-AF07-4F21-BD3E-D755B6131C38}" dt="2026-07-23T11:33:04.529" v="195"/>
          <ac:spMkLst>
            <pc:docMk/>
            <pc:sldMk cId="2337591296" sldId="264"/>
            <ac:spMk id="2" creationId="{973EDD7A-8F8F-9040-464F-88E790B380DC}"/>
          </ac:spMkLst>
        </pc:spChg>
        <pc:spChg chg="mod">
          <ac:chgData name="suraj29pardeshi@outlook.com" userId="09b37a1ecba02ed4" providerId="LiveId" clId="{14944D39-AF07-4F21-BD3E-D755B6131C38}" dt="2026-07-23T11:34:26.610" v="216"/>
          <ac:spMkLst>
            <pc:docMk/>
            <pc:sldMk cId="2337591296" sldId="264"/>
            <ac:spMk id="3" creationId="{FEE87B13-8CB3-33A2-BCAB-D2299B248903}"/>
          </ac:spMkLst>
        </pc:spChg>
      </pc:sldChg>
      <pc:sldChg chg="new del">
        <pc:chgData name="suraj29pardeshi@outlook.com" userId="09b37a1ecba02ed4" providerId="LiveId" clId="{14944D39-AF07-4F21-BD3E-D755B6131C38}" dt="2026-07-23T11:32:50.809" v="193" actId="680"/>
        <pc:sldMkLst>
          <pc:docMk/>
          <pc:sldMk cId="2388742123" sldId="264"/>
        </pc:sldMkLst>
      </pc:sldChg>
      <pc:sldChg chg="modSp new mod">
        <pc:chgData name="suraj29pardeshi@outlook.com" userId="09b37a1ecba02ed4" providerId="LiveId" clId="{14944D39-AF07-4F21-BD3E-D755B6131C38}" dt="2026-07-23T11:37:38.108" v="271"/>
        <pc:sldMkLst>
          <pc:docMk/>
          <pc:sldMk cId="427217887" sldId="265"/>
        </pc:sldMkLst>
        <pc:spChg chg="mod">
          <ac:chgData name="suraj29pardeshi@outlook.com" userId="09b37a1ecba02ed4" providerId="LiveId" clId="{14944D39-AF07-4F21-BD3E-D755B6131C38}" dt="2026-07-23T11:35:28.681" v="227" actId="20577"/>
          <ac:spMkLst>
            <pc:docMk/>
            <pc:sldMk cId="427217887" sldId="265"/>
            <ac:spMk id="2" creationId="{003A68B6-033C-0FEC-EF4F-5627EFB93D3A}"/>
          </ac:spMkLst>
        </pc:spChg>
        <pc:spChg chg="mod">
          <ac:chgData name="suraj29pardeshi@outlook.com" userId="09b37a1ecba02ed4" providerId="LiveId" clId="{14944D39-AF07-4F21-BD3E-D755B6131C38}" dt="2026-07-23T11:37:38.108" v="271"/>
          <ac:spMkLst>
            <pc:docMk/>
            <pc:sldMk cId="427217887" sldId="265"/>
            <ac:spMk id="3" creationId="{6A11BA03-47B0-E8BF-FC7A-74CB77A15AAA}"/>
          </ac:spMkLst>
        </pc:spChg>
      </pc:sldChg>
      <pc:sldChg chg="modSp new mod">
        <pc:chgData name="suraj29pardeshi@outlook.com" userId="09b37a1ecba02ed4" providerId="LiveId" clId="{14944D39-AF07-4F21-BD3E-D755B6131C38}" dt="2026-07-23T11:42:10.661" v="352" actId="13926"/>
        <pc:sldMkLst>
          <pc:docMk/>
          <pc:sldMk cId="899958431" sldId="266"/>
        </pc:sldMkLst>
        <pc:spChg chg="mod">
          <ac:chgData name="suraj29pardeshi@outlook.com" userId="09b37a1ecba02ed4" providerId="LiveId" clId="{14944D39-AF07-4F21-BD3E-D755B6131C38}" dt="2026-07-23T11:41:14.773" v="337" actId="20577"/>
          <ac:spMkLst>
            <pc:docMk/>
            <pc:sldMk cId="899958431" sldId="266"/>
            <ac:spMk id="2" creationId="{0A8DA98F-1F7F-FE2F-A126-1D30447B4562}"/>
          </ac:spMkLst>
        </pc:spChg>
        <pc:spChg chg="mod">
          <ac:chgData name="suraj29pardeshi@outlook.com" userId="09b37a1ecba02ed4" providerId="LiveId" clId="{14944D39-AF07-4F21-BD3E-D755B6131C38}" dt="2026-07-23T11:42:10.661" v="352" actId="13926"/>
          <ac:spMkLst>
            <pc:docMk/>
            <pc:sldMk cId="899958431" sldId="266"/>
            <ac:spMk id="3" creationId="{B5E287E5-4B11-5723-AF64-6A98C0E73D1E}"/>
          </ac:spMkLst>
        </pc:spChg>
      </pc:sldChg>
      <pc:sldChg chg="modSp new del mod">
        <pc:chgData name="suraj29pardeshi@outlook.com" userId="09b37a1ecba02ed4" providerId="LiveId" clId="{14944D39-AF07-4F21-BD3E-D755B6131C38}" dt="2026-07-23T11:40:09.873" v="301" actId="47"/>
        <pc:sldMkLst>
          <pc:docMk/>
          <pc:sldMk cId="1748293456" sldId="267"/>
        </pc:sldMkLst>
        <pc:spChg chg="mod">
          <ac:chgData name="suraj29pardeshi@outlook.com" userId="09b37a1ecba02ed4" providerId="LiveId" clId="{14944D39-AF07-4F21-BD3E-D755B6131C38}" dt="2026-07-23T11:40:02.512" v="300" actId="20577"/>
          <ac:spMkLst>
            <pc:docMk/>
            <pc:sldMk cId="1748293456" sldId="267"/>
            <ac:spMk id="2" creationId="{DCDE7A7E-D62D-889D-68B8-5270F593232B}"/>
          </ac:spMkLst>
        </pc:spChg>
      </pc:sldChg>
      <pc:sldChg chg="addSp modSp new mod">
        <pc:chgData name="suraj29pardeshi@outlook.com" userId="09b37a1ecba02ed4" providerId="LiveId" clId="{14944D39-AF07-4F21-BD3E-D755B6131C38}" dt="2026-07-23T11:46:47.889" v="382" actId="20577"/>
        <pc:sldMkLst>
          <pc:docMk/>
          <pc:sldMk cId="2036888500" sldId="267"/>
        </pc:sldMkLst>
        <pc:spChg chg="add mod">
          <ac:chgData name="suraj29pardeshi@outlook.com" userId="09b37a1ecba02ed4" providerId="LiveId" clId="{14944D39-AF07-4F21-BD3E-D755B6131C38}" dt="2026-07-23T11:46:47.889" v="382" actId="20577"/>
          <ac:spMkLst>
            <pc:docMk/>
            <pc:sldMk cId="2036888500" sldId="267"/>
            <ac:spMk id="2" creationId="{6D505A87-251C-A69E-1ED1-953D3415844F}"/>
          </ac:spMkLst>
        </pc:spChg>
      </pc:sldChg>
      <pc:sldChg chg="addSp modSp new mod">
        <pc:chgData name="suraj29pardeshi@outlook.com" userId="09b37a1ecba02ed4" providerId="LiveId" clId="{14944D39-AF07-4F21-BD3E-D755B6131C38}" dt="2026-07-23T11:47:43.264" v="398" actId="113"/>
        <pc:sldMkLst>
          <pc:docMk/>
          <pc:sldMk cId="794729246" sldId="268"/>
        </pc:sldMkLst>
        <pc:spChg chg="add mod">
          <ac:chgData name="suraj29pardeshi@outlook.com" userId="09b37a1ecba02ed4" providerId="LiveId" clId="{14944D39-AF07-4F21-BD3E-D755B6131C38}" dt="2026-07-23T11:47:43.264" v="398" actId="113"/>
          <ac:spMkLst>
            <pc:docMk/>
            <pc:sldMk cId="794729246" sldId="268"/>
            <ac:spMk id="2" creationId="{D75E787E-A744-3D27-06FF-9CDF9E93AB42}"/>
          </ac:spMkLst>
        </pc:spChg>
      </pc:sldChg>
      <pc:sldChg chg="modSp add mod">
        <pc:chgData name="suraj29pardeshi@outlook.com" userId="09b37a1ecba02ed4" providerId="LiveId" clId="{14944D39-AF07-4F21-BD3E-D755B6131C38}" dt="2026-07-23T11:48:24.790" v="412" actId="113"/>
        <pc:sldMkLst>
          <pc:docMk/>
          <pc:sldMk cId="498500330" sldId="269"/>
        </pc:sldMkLst>
        <pc:spChg chg="mod">
          <ac:chgData name="suraj29pardeshi@outlook.com" userId="09b37a1ecba02ed4" providerId="LiveId" clId="{14944D39-AF07-4F21-BD3E-D755B6131C38}" dt="2026-07-23T11:48:24.790" v="412" actId="113"/>
          <ac:spMkLst>
            <pc:docMk/>
            <pc:sldMk cId="498500330" sldId="269"/>
            <ac:spMk id="2" creationId="{6BACD3FC-860B-9175-178B-55C7DAE0F6A0}"/>
          </ac:spMkLst>
        </pc:spChg>
      </pc:sldChg>
      <pc:sldChg chg="modSp add mod">
        <pc:chgData name="suraj29pardeshi@outlook.com" userId="09b37a1ecba02ed4" providerId="LiveId" clId="{14944D39-AF07-4F21-BD3E-D755B6131C38}" dt="2026-07-23T11:49:05.044" v="427" actId="113"/>
        <pc:sldMkLst>
          <pc:docMk/>
          <pc:sldMk cId="3618478294" sldId="270"/>
        </pc:sldMkLst>
        <pc:spChg chg="mod">
          <ac:chgData name="suraj29pardeshi@outlook.com" userId="09b37a1ecba02ed4" providerId="LiveId" clId="{14944D39-AF07-4F21-BD3E-D755B6131C38}" dt="2026-07-23T11:49:05.044" v="427" actId="113"/>
          <ac:spMkLst>
            <pc:docMk/>
            <pc:sldMk cId="3618478294" sldId="270"/>
            <ac:spMk id="2" creationId="{64DEA11B-48AF-61F8-02C5-B57D3F1DFD2F}"/>
          </ac:spMkLst>
        </pc:spChg>
      </pc:sldChg>
      <pc:sldChg chg="modSp add mod">
        <pc:chgData name="suraj29pardeshi@outlook.com" userId="09b37a1ecba02ed4" providerId="LiveId" clId="{14944D39-AF07-4F21-BD3E-D755B6131C38}" dt="2026-07-23T11:49:47.283" v="442" actId="1076"/>
        <pc:sldMkLst>
          <pc:docMk/>
          <pc:sldMk cId="1567171110" sldId="271"/>
        </pc:sldMkLst>
        <pc:spChg chg="mod">
          <ac:chgData name="suraj29pardeshi@outlook.com" userId="09b37a1ecba02ed4" providerId="LiveId" clId="{14944D39-AF07-4F21-BD3E-D755B6131C38}" dt="2026-07-23T11:49:47.283" v="442" actId="1076"/>
          <ac:spMkLst>
            <pc:docMk/>
            <pc:sldMk cId="1567171110" sldId="271"/>
            <ac:spMk id="2" creationId="{25550704-E4C1-C7DF-4EC8-2493871F7848}"/>
          </ac:spMkLst>
        </pc:spChg>
      </pc:sldChg>
      <pc:sldChg chg="modSp add mod">
        <pc:chgData name="suraj29pardeshi@outlook.com" userId="09b37a1ecba02ed4" providerId="LiveId" clId="{14944D39-AF07-4F21-BD3E-D755B6131C38}" dt="2026-07-23T11:50:21.544" v="457" actId="113"/>
        <pc:sldMkLst>
          <pc:docMk/>
          <pc:sldMk cId="1359820949" sldId="272"/>
        </pc:sldMkLst>
        <pc:spChg chg="mod">
          <ac:chgData name="suraj29pardeshi@outlook.com" userId="09b37a1ecba02ed4" providerId="LiveId" clId="{14944D39-AF07-4F21-BD3E-D755B6131C38}" dt="2026-07-23T11:50:21.544" v="457" actId="113"/>
          <ac:spMkLst>
            <pc:docMk/>
            <pc:sldMk cId="1359820949" sldId="272"/>
            <ac:spMk id="2" creationId="{5C03C69D-DCB9-5271-FFF7-03B936D31EF2}"/>
          </ac:spMkLst>
        </pc:spChg>
      </pc:sldChg>
      <pc:sldChg chg="modSp add mod">
        <pc:chgData name="suraj29pardeshi@outlook.com" userId="09b37a1ecba02ed4" providerId="LiveId" clId="{14944D39-AF07-4F21-BD3E-D755B6131C38}" dt="2026-07-23T11:52:27.676" v="471" actId="113"/>
        <pc:sldMkLst>
          <pc:docMk/>
          <pc:sldMk cId="283723060" sldId="273"/>
        </pc:sldMkLst>
        <pc:spChg chg="mod">
          <ac:chgData name="suraj29pardeshi@outlook.com" userId="09b37a1ecba02ed4" providerId="LiveId" clId="{14944D39-AF07-4F21-BD3E-D755B6131C38}" dt="2026-07-23T11:52:27.676" v="471" actId="113"/>
          <ac:spMkLst>
            <pc:docMk/>
            <pc:sldMk cId="283723060" sldId="273"/>
            <ac:spMk id="2" creationId="{484F92C8-5A77-0404-0FCA-03AA60A7CAE4}"/>
          </ac:spMkLst>
        </pc:spChg>
      </pc:sldChg>
      <pc:sldChg chg="modSp add mod">
        <pc:chgData name="suraj29pardeshi@outlook.com" userId="09b37a1ecba02ed4" providerId="LiveId" clId="{14944D39-AF07-4F21-BD3E-D755B6131C38}" dt="2026-07-23T11:52:56.193" v="484" actId="20577"/>
        <pc:sldMkLst>
          <pc:docMk/>
          <pc:sldMk cId="75936682" sldId="274"/>
        </pc:sldMkLst>
        <pc:spChg chg="mod">
          <ac:chgData name="suraj29pardeshi@outlook.com" userId="09b37a1ecba02ed4" providerId="LiveId" clId="{14944D39-AF07-4F21-BD3E-D755B6131C38}" dt="2026-07-23T11:52:56.193" v="484" actId="20577"/>
          <ac:spMkLst>
            <pc:docMk/>
            <pc:sldMk cId="75936682" sldId="274"/>
            <ac:spMk id="2" creationId="{54E295AE-3E97-4E6F-3A44-4C3A6E4AD22F}"/>
          </ac:spMkLst>
        </pc:spChg>
      </pc:sldChg>
      <pc:sldChg chg="new del">
        <pc:chgData name="suraj29pardeshi@outlook.com" userId="09b37a1ecba02ed4" providerId="LiveId" clId="{14944D39-AF07-4F21-BD3E-D755B6131C38}" dt="2026-07-23T11:52:37.357" v="473" actId="680"/>
        <pc:sldMkLst>
          <pc:docMk/>
          <pc:sldMk cId="876229704" sldId="274"/>
        </pc:sldMkLst>
      </pc:sldChg>
      <pc:sldChg chg="modSp new mod">
        <pc:chgData name="suraj29pardeshi@outlook.com" userId="09b37a1ecba02ed4" providerId="LiveId" clId="{14944D39-AF07-4F21-BD3E-D755B6131C38}" dt="2026-07-23T11:54:13.709" v="503" actId="27636"/>
        <pc:sldMkLst>
          <pc:docMk/>
          <pc:sldMk cId="784716778" sldId="275"/>
        </pc:sldMkLst>
        <pc:spChg chg="mod">
          <ac:chgData name="suraj29pardeshi@outlook.com" userId="09b37a1ecba02ed4" providerId="LiveId" clId="{14944D39-AF07-4F21-BD3E-D755B6131C38}" dt="2026-07-23T11:54:07.941" v="501" actId="20577"/>
          <ac:spMkLst>
            <pc:docMk/>
            <pc:sldMk cId="784716778" sldId="275"/>
            <ac:spMk id="2" creationId="{739E7CB8-B461-8744-055D-A90A77A79A04}"/>
          </ac:spMkLst>
        </pc:spChg>
        <pc:spChg chg="mod">
          <ac:chgData name="suraj29pardeshi@outlook.com" userId="09b37a1ecba02ed4" providerId="LiveId" clId="{14944D39-AF07-4F21-BD3E-D755B6131C38}" dt="2026-07-23T11:54:13.709" v="503" actId="27636"/>
          <ac:spMkLst>
            <pc:docMk/>
            <pc:sldMk cId="784716778" sldId="275"/>
            <ac:spMk id="3" creationId="{4011CDFC-3DEA-5216-93C9-5194D0DF0363}"/>
          </ac:spMkLst>
        </pc:spChg>
      </pc:sldChg>
      <pc:sldChg chg="add del">
        <pc:chgData name="suraj29pardeshi@outlook.com" userId="09b37a1ecba02ed4" providerId="LiveId" clId="{14944D39-AF07-4F21-BD3E-D755B6131C38}" dt="2026-07-23T11:53:51.528" v="486" actId="2890"/>
        <pc:sldMkLst>
          <pc:docMk/>
          <pc:sldMk cId="3868916861" sldId="27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68BE2-BCDC-4C75-A398-75EFDD577F6A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667FD-AD0A-40DD-9E40-393D105CA554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7057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68BE2-BCDC-4C75-A398-75EFDD577F6A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667FD-AD0A-40DD-9E40-393D105CA5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5340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68BE2-BCDC-4C75-A398-75EFDD577F6A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667FD-AD0A-40DD-9E40-393D105CA554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3150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68BE2-BCDC-4C75-A398-75EFDD577F6A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667FD-AD0A-40DD-9E40-393D105CA5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3429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68BE2-BCDC-4C75-A398-75EFDD577F6A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667FD-AD0A-40DD-9E40-393D105CA5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0826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68BE2-BCDC-4C75-A398-75EFDD577F6A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667FD-AD0A-40DD-9E40-393D105CA5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6037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68BE2-BCDC-4C75-A398-75EFDD577F6A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667FD-AD0A-40DD-9E40-393D105CA5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80633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0BE68BE2-BCDC-4C75-A398-75EFDD577F6A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38667FD-AD0A-40DD-9E40-393D105CA5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5086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68BE2-BCDC-4C75-A398-75EFDD577F6A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667FD-AD0A-40DD-9E40-393D105CA5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79664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68BE2-BCDC-4C75-A398-75EFDD577F6A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667FD-AD0A-40DD-9E40-393D105CA5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25237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68BE2-BCDC-4C75-A398-75EFDD577F6A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667FD-AD0A-40DD-9E40-393D105CA5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0135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BE68BE2-BCDC-4C75-A398-75EFDD577F6A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B38667FD-AD0A-40DD-9E40-393D105CA554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6994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0E26B-AAEC-8CF0-DA30-0CAB69167E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Date-Time Validation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C56CAB-6814-D060-D855-17909508CE8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Reads large input file, validates records, removes duplicates, writes unique valid records.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41323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675E9-1253-28A8-4047-E435431DA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1F4161-DD39-45C7-C9A4-88C3C760A9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rPr lang="en-US" dirty="0"/>
              <a:t>Read large input file</a:t>
            </a:r>
          </a:p>
          <a:p>
            <a:pPr>
              <a:defRPr sz="2200"/>
            </a:pPr>
            <a:r>
              <a:rPr lang="en-US" dirty="0"/>
              <a:t>Validate ISO 8601 values</a:t>
            </a:r>
          </a:p>
          <a:p>
            <a:pPr>
              <a:defRPr sz="2200"/>
            </a:pPr>
            <a:r>
              <a:rPr lang="en-US" dirty="0"/>
              <a:t>Remove duplicates</a:t>
            </a:r>
          </a:p>
          <a:p>
            <a:pPr>
              <a:defRPr sz="2200"/>
            </a:pPr>
            <a:r>
              <a:rPr lang="en-US" dirty="0"/>
              <a:t>Write unique valid output</a:t>
            </a:r>
          </a:p>
          <a:p>
            <a:pPr>
              <a:defRPr sz="2200"/>
            </a:pPr>
            <a:r>
              <a:rPr lang="en-US" dirty="0"/>
              <a:t>No STL containers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34788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35A8D-3705-E669-5EFB-791463E71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Functional Requirements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DAEDC-EF73-8A30-259B-82FB7880AC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Read date-time records from the input file. </a:t>
            </a:r>
          </a:p>
          <a:p>
            <a:r>
              <a:rPr lang="en-IN" dirty="0"/>
              <a:t>Process very large input files efficiently. </a:t>
            </a:r>
          </a:p>
          <a:p>
            <a:r>
              <a:rPr lang="en-IN" dirty="0"/>
              <a:t>Parse individual records from the input stream. </a:t>
            </a:r>
          </a:p>
          <a:p>
            <a:r>
              <a:rPr lang="en-IN" dirty="0"/>
              <a:t>Validate each record according to the supported ISO 8601 format. </a:t>
            </a:r>
          </a:p>
          <a:p>
            <a:r>
              <a:rPr lang="en-IN" dirty="0"/>
              <a:t>Ignore invalid records. </a:t>
            </a:r>
          </a:p>
          <a:p>
            <a:r>
              <a:rPr lang="en-IN" dirty="0"/>
              <a:t>Detect and remove duplicate date-time values. </a:t>
            </a:r>
          </a:p>
          <a:p>
            <a:r>
              <a:rPr lang="en-IN" dirty="0"/>
              <a:t>Store only unique valid records. </a:t>
            </a:r>
          </a:p>
          <a:p>
            <a:r>
              <a:rPr lang="en-IN" dirty="0"/>
              <a:t>Write all unique valid records to the output file.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445461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C7C68-DF36-836D-D981-C5113A1FA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Non-Functional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1C5044-3F13-CD6D-0325-5AF4C7ED9E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Handle very large input files (100K+ records).</a:t>
            </a:r>
          </a:p>
          <a:p>
            <a:r>
              <a:rPr lang="en-US" dirty="0"/>
              <a:t>Process data efficiently using multiple threads.</a:t>
            </a:r>
          </a:p>
          <a:p>
            <a:r>
              <a:rPr lang="en-US" dirty="0"/>
              <a:t>Allow configurable </a:t>
            </a:r>
            <a:r>
              <a:rPr lang="en-US" dirty="0" err="1"/>
              <a:t>DataBlock</a:t>
            </a:r>
            <a:r>
              <a:rPr lang="en-US" dirty="0"/>
              <a:t> size.</a:t>
            </a:r>
          </a:p>
          <a:p>
            <a:r>
              <a:rPr lang="en-US" dirty="0"/>
              <a:t>Thread-safe communication using synchronized queues.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804318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F6B8A-5654-18A6-BB66-816341FE5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6C2D3F-8789-91A7-9455-F6AE3C37E7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rPr lang="en-IN" dirty="0" err="1"/>
              <a:t>ValidationManager</a:t>
            </a:r>
            <a:endParaRPr lang="en-IN" dirty="0"/>
          </a:p>
          <a:p>
            <a:pPr>
              <a:defRPr sz="2200"/>
            </a:pPr>
            <a:r>
              <a:rPr lang="en-IN" dirty="0" err="1"/>
              <a:t>InputFileReader</a:t>
            </a:r>
            <a:endParaRPr lang="en-IN" dirty="0"/>
          </a:p>
          <a:p>
            <a:pPr>
              <a:defRPr sz="2200"/>
            </a:pPr>
            <a:r>
              <a:rPr lang="en-IN" dirty="0" err="1"/>
              <a:t>WorkerPool</a:t>
            </a:r>
            <a:endParaRPr lang="en-IN" dirty="0"/>
          </a:p>
          <a:p>
            <a:pPr>
              <a:defRPr sz="2200"/>
            </a:pPr>
            <a:r>
              <a:rPr lang="en-IN" dirty="0" err="1"/>
              <a:t>DataBlockProcessor</a:t>
            </a:r>
            <a:endParaRPr lang="en-IN" dirty="0"/>
          </a:p>
          <a:p>
            <a:pPr>
              <a:defRPr sz="2200"/>
            </a:pPr>
            <a:r>
              <a:rPr lang="en-IN" dirty="0" err="1"/>
              <a:t>DateTimeParser</a:t>
            </a:r>
            <a:endParaRPr lang="en-IN" dirty="0"/>
          </a:p>
          <a:p>
            <a:pPr>
              <a:defRPr sz="2200"/>
            </a:pPr>
            <a:r>
              <a:rPr lang="en-IN" dirty="0" err="1"/>
              <a:t>DateTimeValidator</a:t>
            </a:r>
            <a:endParaRPr lang="en-IN" dirty="0"/>
          </a:p>
          <a:p>
            <a:pPr>
              <a:defRPr sz="2200"/>
            </a:pPr>
            <a:r>
              <a:rPr lang="en-IN" dirty="0" err="1"/>
              <a:t>DataBlock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68105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D505A87-251C-A69E-1ED1-953D3415844F}"/>
              </a:ext>
            </a:extLst>
          </p:cNvPr>
          <p:cNvSpPr txBox="1"/>
          <p:nvPr/>
        </p:nvSpPr>
        <p:spPr>
          <a:xfrm>
            <a:off x="123824" y="114300"/>
            <a:ext cx="11953875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800" b="1" dirty="0"/>
          </a:p>
          <a:p>
            <a:pPr algn="ctr"/>
            <a:r>
              <a:rPr lang="en-US" sz="4800" b="1" dirty="0"/>
              <a:t>Validation Manager   </a:t>
            </a:r>
          </a:p>
          <a:p>
            <a:pPr algn="ctr"/>
            <a:endParaRPr lang="en-US" b="1" dirty="0"/>
          </a:p>
          <a:p>
            <a:r>
              <a:rPr lang="en-US" b="1" dirty="0"/>
              <a:t>Responsibility</a:t>
            </a:r>
          </a:p>
          <a:p>
            <a:r>
              <a:rPr lang="en-US" dirty="0"/>
              <a:t>Acts as the central coordinator of the application.</a:t>
            </a:r>
          </a:p>
          <a:p>
            <a:endParaRPr lang="en-US" dirty="0"/>
          </a:p>
          <a:p>
            <a:r>
              <a:rPr lang="en-US" b="1" dirty="0"/>
              <a:t>Responsibilities</a:t>
            </a:r>
          </a:p>
          <a:p>
            <a:r>
              <a:rPr lang="en-US" dirty="0"/>
              <a:t>Initialize all components</a:t>
            </a:r>
          </a:p>
          <a:p>
            <a:r>
              <a:rPr lang="en-US" dirty="0"/>
              <a:t>Create shared resources</a:t>
            </a:r>
          </a:p>
          <a:p>
            <a:r>
              <a:rPr lang="en-US" dirty="0"/>
              <a:t>Start reader thread</a:t>
            </a:r>
          </a:p>
          <a:p>
            <a:r>
              <a:rPr lang="en-US" dirty="0"/>
              <a:t>Start worker threads</a:t>
            </a:r>
          </a:p>
          <a:p>
            <a:r>
              <a:rPr lang="en-US" dirty="0"/>
              <a:t>Wait for all threads to finish</a:t>
            </a:r>
          </a:p>
          <a:p>
            <a:r>
              <a:rPr lang="en-US" dirty="0"/>
              <a:t>Invoke output writer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68885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5E787E-A744-3D27-06FF-9CDF9E93AB42}"/>
              </a:ext>
            </a:extLst>
          </p:cNvPr>
          <p:cNvSpPr txBox="1"/>
          <p:nvPr/>
        </p:nvSpPr>
        <p:spPr>
          <a:xfrm>
            <a:off x="476250" y="409575"/>
            <a:ext cx="11401425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algn="ctr"/>
            <a:r>
              <a:rPr lang="en-US" sz="4000" b="1" dirty="0" err="1"/>
              <a:t>InputFileReader</a:t>
            </a:r>
            <a:endParaRPr lang="en-US" sz="4000" b="1" dirty="0"/>
          </a:p>
          <a:p>
            <a:pPr algn="ctr"/>
            <a:endParaRPr lang="en-US" sz="4000" b="1" dirty="0"/>
          </a:p>
          <a:p>
            <a:r>
              <a:rPr lang="en-US" b="1" dirty="0"/>
              <a:t>Responsibility</a:t>
            </a:r>
          </a:p>
          <a:p>
            <a:r>
              <a:rPr lang="en-US" dirty="0"/>
              <a:t>Acts as the Producer.</a:t>
            </a:r>
          </a:p>
          <a:p>
            <a:r>
              <a:rPr lang="en-US" dirty="0"/>
              <a:t>Reads the input file and creates </a:t>
            </a:r>
            <a:r>
              <a:rPr lang="en-US" dirty="0" err="1"/>
              <a:t>DataBlock</a:t>
            </a:r>
            <a:r>
              <a:rPr lang="en-US" dirty="0"/>
              <a:t> objects.</a:t>
            </a:r>
          </a:p>
          <a:p>
            <a:endParaRPr lang="en-US" dirty="0"/>
          </a:p>
          <a:p>
            <a:r>
              <a:rPr lang="en-US" b="1" dirty="0"/>
              <a:t>Responsibilities</a:t>
            </a:r>
          </a:p>
          <a:p>
            <a:r>
              <a:rPr lang="en-US" dirty="0"/>
              <a:t>Open file</a:t>
            </a:r>
          </a:p>
          <a:p>
            <a:r>
              <a:rPr lang="en-US" dirty="0"/>
              <a:t>Read data</a:t>
            </a:r>
          </a:p>
          <a:p>
            <a:r>
              <a:rPr lang="en-US" dirty="0"/>
              <a:t>Create </a:t>
            </a:r>
            <a:r>
              <a:rPr lang="en-US" dirty="0" err="1"/>
              <a:t>DataBlock</a:t>
            </a:r>
            <a:endParaRPr lang="en-US" dirty="0"/>
          </a:p>
          <a:p>
            <a:r>
              <a:rPr lang="en-US" dirty="0"/>
              <a:t>Push </a:t>
            </a:r>
            <a:r>
              <a:rPr lang="en-US" dirty="0" err="1"/>
              <a:t>DataBlock</a:t>
            </a:r>
            <a:r>
              <a:rPr lang="en-US" dirty="0"/>
              <a:t> into queue</a:t>
            </a:r>
          </a:p>
          <a:p>
            <a:r>
              <a:rPr lang="en-US" dirty="0"/>
              <a:t>Mark last block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47292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50AD1-0DD2-1FA6-E546-B9DE4B02F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BACD3FC-860B-9175-178B-55C7DAE0F6A0}"/>
              </a:ext>
            </a:extLst>
          </p:cNvPr>
          <p:cNvSpPr txBox="1"/>
          <p:nvPr/>
        </p:nvSpPr>
        <p:spPr>
          <a:xfrm>
            <a:off x="476250" y="409575"/>
            <a:ext cx="11401425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pPr algn="ctr"/>
            <a:r>
              <a:rPr lang="en-US" sz="3200" b="1" dirty="0" err="1"/>
              <a:t>WorkerPool</a:t>
            </a:r>
            <a:endParaRPr lang="en-US" sz="3200" b="1" dirty="0"/>
          </a:p>
          <a:p>
            <a:pPr algn="ctr"/>
            <a:endParaRPr lang="en-US" sz="3200" b="1" dirty="0"/>
          </a:p>
          <a:p>
            <a:r>
              <a:rPr lang="en-US" b="1" dirty="0"/>
              <a:t>Responsibility</a:t>
            </a:r>
          </a:p>
          <a:p>
            <a:r>
              <a:rPr lang="en-US" dirty="0"/>
              <a:t>Manages all worker threads.</a:t>
            </a:r>
          </a:p>
          <a:p>
            <a:endParaRPr lang="en-US" dirty="0"/>
          </a:p>
          <a:p>
            <a:r>
              <a:rPr lang="en-US" b="1" dirty="0"/>
              <a:t>Responsibilities</a:t>
            </a:r>
          </a:p>
          <a:p>
            <a:r>
              <a:rPr lang="en-US" dirty="0"/>
              <a:t>Create worker threads</a:t>
            </a:r>
          </a:p>
          <a:p>
            <a:r>
              <a:rPr lang="en-US" dirty="0"/>
              <a:t>Start threads</a:t>
            </a:r>
          </a:p>
          <a:p>
            <a:r>
              <a:rPr lang="en-US" dirty="0"/>
              <a:t>Join threads</a:t>
            </a:r>
          </a:p>
          <a:p>
            <a:r>
              <a:rPr lang="en-US" dirty="0"/>
              <a:t>Destroy threads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85003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14C92-ADBC-8929-ABBE-E6A9C6A82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4DEA11B-48AF-61F8-02C5-B57D3F1DFD2F}"/>
              </a:ext>
            </a:extLst>
          </p:cNvPr>
          <p:cNvSpPr txBox="1"/>
          <p:nvPr/>
        </p:nvSpPr>
        <p:spPr>
          <a:xfrm>
            <a:off x="476250" y="409575"/>
            <a:ext cx="11401425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IN" dirty="0"/>
          </a:p>
          <a:p>
            <a:pPr algn="ctr"/>
            <a:r>
              <a:rPr lang="en-IN" sz="3200" b="1" dirty="0" err="1"/>
              <a:t>DataBlockProcessor</a:t>
            </a:r>
            <a:endParaRPr lang="en-IN" sz="3200" b="1" dirty="0"/>
          </a:p>
          <a:p>
            <a:pPr algn="ctr"/>
            <a:endParaRPr lang="en-IN" sz="3200" b="1" dirty="0"/>
          </a:p>
          <a:p>
            <a:r>
              <a:rPr lang="en-IN" b="1" dirty="0"/>
              <a:t>Responsibility</a:t>
            </a:r>
          </a:p>
          <a:p>
            <a:r>
              <a:rPr lang="en-IN" dirty="0"/>
              <a:t>Contains the business logic.</a:t>
            </a:r>
          </a:p>
          <a:p>
            <a:r>
              <a:rPr lang="en-IN" dirty="0"/>
              <a:t>Each worker executes one </a:t>
            </a:r>
            <a:r>
              <a:rPr lang="en-IN" dirty="0" err="1"/>
              <a:t>DataBlockProcessor</a:t>
            </a:r>
            <a:r>
              <a:rPr lang="en-IN" dirty="0"/>
              <a:t>.</a:t>
            </a:r>
          </a:p>
          <a:p>
            <a:endParaRPr lang="en-IN" dirty="0"/>
          </a:p>
          <a:p>
            <a:r>
              <a:rPr lang="en-IN" b="1" dirty="0"/>
              <a:t>Responsibilities</a:t>
            </a:r>
          </a:p>
          <a:p>
            <a:r>
              <a:rPr lang="en-IN" dirty="0"/>
              <a:t>Dequeue </a:t>
            </a:r>
            <a:r>
              <a:rPr lang="en-IN" dirty="0" err="1"/>
              <a:t>DataBlock</a:t>
            </a:r>
            <a:endParaRPr lang="en-IN" dirty="0"/>
          </a:p>
          <a:p>
            <a:r>
              <a:rPr lang="en-IN" dirty="0"/>
              <a:t>Parse records</a:t>
            </a:r>
          </a:p>
          <a:p>
            <a:r>
              <a:rPr lang="en-IN" dirty="0"/>
              <a:t>Validate records</a:t>
            </a:r>
          </a:p>
          <a:p>
            <a:r>
              <a:rPr lang="en-IN" dirty="0"/>
              <a:t>Remove duplicates</a:t>
            </a:r>
          </a:p>
          <a:p>
            <a:r>
              <a:rPr lang="en-IN" dirty="0"/>
              <a:t>Process until last block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184782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DA305-BD35-BEF7-D3D7-CA001C9CA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550704-E4C1-C7DF-4EC8-2493871F7848}"/>
              </a:ext>
            </a:extLst>
          </p:cNvPr>
          <p:cNvSpPr txBox="1"/>
          <p:nvPr/>
        </p:nvSpPr>
        <p:spPr>
          <a:xfrm>
            <a:off x="466725" y="800100"/>
            <a:ext cx="11401425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  <a:p>
            <a:endParaRPr lang="en-US" dirty="0"/>
          </a:p>
          <a:p>
            <a:pPr algn="ctr"/>
            <a:r>
              <a:rPr lang="en-US" sz="3200" b="1" dirty="0" err="1"/>
              <a:t>DateTimeParser</a:t>
            </a:r>
            <a:endParaRPr lang="en-US" sz="3200" b="1" dirty="0"/>
          </a:p>
          <a:p>
            <a:pPr algn="ctr"/>
            <a:endParaRPr lang="en-US" b="1" dirty="0"/>
          </a:p>
          <a:p>
            <a:r>
              <a:rPr lang="en-US" b="1" dirty="0"/>
              <a:t>Responsibility</a:t>
            </a:r>
          </a:p>
          <a:p>
            <a:r>
              <a:rPr lang="en-US" dirty="0"/>
              <a:t>Extract one record at a time from a </a:t>
            </a:r>
            <a:r>
              <a:rPr lang="en-US" dirty="0" err="1"/>
              <a:t>DataBlock</a:t>
            </a:r>
            <a:r>
              <a:rPr lang="en-US" dirty="0"/>
              <a:t>.</a:t>
            </a:r>
          </a:p>
          <a:p>
            <a:endParaRPr lang="en-US" b="1" dirty="0"/>
          </a:p>
          <a:p>
            <a:r>
              <a:rPr lang="en-US" b="1" dirty="0"/>
              <a:t>Responsibilities</a:t>
            </a:r>
          </a:p>
          <a:p>
            <a:r>
              <a:rPr lang="en-US" dirty="0"/>
              <a:t>Read next line</a:t>
            </a:r>
          </a:p>
          <a:p>
            <a:r>
              <a:rPr lang="en-US" dirty="0"/>
              <a:t>Trim spaces</a:t>
            </a:r>
          </a:p>
          <a:p>
            <a:r>
              <a:rPr lang="en-US" dirty="0"/>
              <a:t>Skip empty lines</a:t>
            </a:r>
          </a:p>
          <a:p>
            <a:r>
              <a:rPr lang="en-US" dirty="0"/>
              <a:t>Return one record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671711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57E15-6DFF-6161-34A2-F24A7BB81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C03C69D-DCB9-5271-FFF7-03B936D31EF2}"/>
              </a:ext>
            </a:extLst>
          </p:cNvPr>
          <p:cNvSpPr txBox="1"/>
          <p:nvPr/>
        </p:nvSpPr>
        <p:spPr>
          <a:xfrm>
            <a:off x="466725" y="800100"/>
            <a:ext cx="11401425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pPr algn="ctr"/>
            <a:r>
              <a:rPr lang="en-US" sz="3600" b="1" dirty="0" err="1"/>
              <a:t>DateTimeValidator</a:t>
            </a:r>
            <a:endParaRPr lang="en-US" sz="3600" b="1" dirty="0"/>
          </a:p>
          <a:p>
            <a:pPr algn="ctr"/>
            <a:endParaRPr lang="en-US" b="1" dirty="0"/>
          </a:p>
          <a:p>
            <a:r>
              <a:rPr lang="en-US" b="1" dirty="0"/>
              <a:t>Responsibility</a:t>
            </a:r>
          </a:p>
          <a:p>
            <a:r>
              <a:rPr lang="en-US" dirty="0"/>
              <a:t>Validate ISO 8601 date-time.</a:t>
            </a:r>
          </a:p>
          <a:p>
            <a:endParaRPr lang="en-US" dirty="0"/>
          </a:p>
          <a:p>
            <a:r>
              <a:rPr lang="en-US" b="1" dirty="0"/>
              <a:t>Validation Steps</a:t>
            </a:r>
          </a:p>
          <a:p>
            <a:r>
              <a:rPr lang="en-US" dirty="0"/>
              <a:t>Length</a:t>
            </a:r>
          </a:p>
          <a:p>
            <a:r>
              <a:rPr lang="en-US" dirty="0"/>
              <a:t>Numeric format</a:t>
            </a:r>
          </a:p>
          <a:p>
            <a:r>
              <a:rPr lang="en-US" dirty="0"/>
              <a:t>Date</a:t>
            </a:r>
          </a:p>
          <a:p>
            <a:r>
              <a:rPr lang="en-US" dirty="0"/>
              <a:t>Leap year</a:t>
            </a:r>
          </a:p>
          <a:p>
            <a:r>
              <a:rPr lang="en-US" dirty="0"/>
              <a:t>Time</a:t>
            </a:r>
          </a:p>
          <a:p>
            <a:r>
              <a:rPr lang="en-US" dirty="0" err="1"/>
              <a:t>Timezone</a:t>
            </a:r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598209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9DB1E6-8509-86D5-7CF0-CA6EB133B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4F92C8-5A77-0404-0FCA-03AA60A7CAE4}"/>
              </a:ext>
            </a:extLst>
          </p:cNvPr>
          <p:cNvSpPr txBox="1"/>
          <p:nvPr/>
        </p:nvSpPr>
        <p:spPr>
          <a:xfrm>
            <a:off x="466725" y="800100"/>
            <a:ext cx="1140142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algn="ctr"/>
            <a:r>
              <a:rPr lang="en-US" sz="3600" b="1" dirty="0" err="1"/>
              <a:t>DataBlock</a:t>
            </a:r>
            <a:endParaRPr lang="en-US" sz="3600" b="1" dirty="0"/>
          </a:p>
          <a:p>
            <a:pPr algn="ctr"/>
            <a:endParaRPr lang="en-US" b="1" dirty="0"/>
          </a:p>
          <a:p>
            <a:r>
              <a:rPr lang="en-US" b="1" dirty="0"/>
              <a:t>Responsibility</a:t>
            </a:r>
          </a:p>
          <a:p>
            <a:r>
              <a:rPr lang="en-US" dirty="0"/>
              <a:t>Represents one batch of data.</a:t>
            </a:r>
          </a:p>
          <a:p>
            <a:endParaRPr lang="en-US" dirty="0"/>
          </a:p>
          <a:p>
            <a:r>
              <a:rPr lang="en-US" b="1" dirty="0"/>
              <a:t>Contains</a:t>
            </a:r>
          </a:p>
          <a:p>
            <a:r>
              <a:rPr lang="en-US" dirty="0"/>
              <a:t>Buffer</a:t>
            </a:r>
          </a:p>
          <a:p>
            <a:r>
              <a:rPr lang="en-US" dirty="0"/>
              <a:t>Capacity</a:t>
            </a:r>
          </a:p>
          <a:p>
            <a:r>
              <a:rPr lang="en-US" dirty="0"/>
              <a:t>Size</a:t>
            </a:r>
          </a:p>
          <a:p>
            <a:r>
              <a:rPr lang="en-US" dirty="0"/>
              <a:t>Last block flag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37230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5FBCC-CC64-BD36-8E31-B0CD5E1E0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4E295AE-3E97-4E6F-3A44-4C3A6E4AD22F}"/>
              </a:ext>
            </a:extLst>
          </p:cNvPr>
          <p:cNvSpPr txBox="1"/>
          <p:nvPr/>
        </p:nvSpPr>
        <p:spPr>
          <a:xfrm>
            <a:off x="466725" y="800100"/>
            <a:ext cx="11401425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pPr algn="ctr"/>
            <a:r>
              <a:rPr lang="en-IN" sz="3200" b="1" dirty="0" err="1"/>
              <a:t>OutputFileWriter</a:t>
            </a:r>
            <a:endParaRPr lang="en-IN" sz="3200" b="1" dirty="0"/>
          </a:p>
          <a:p>
            <a:pPr algn="ctr"/>
            <a:endParaRPr lang="en-IN" sz="3200" b="1" dirty="0"/>
          </a:p>
          <a:p>
            <a:r>
              <a:rPr lang="en-IN" b="1" dirty="0"/>
              <a:t>Responsibility</a:t>
            </a:r>
          </a:p>
          <a:p>
            <a:r>
              <a:rPr lang="en-IN" dirty="0"/>
              <a:t>Generate the final output file.</a:t>
            </a:r>
          </a:p>
          <a:p>
            <a:endParaRPr lang="en-IN" dirty="0"/>
          </a:p>
          <a:p>
            <a:r>
              <a:rPr lang="en-IN" b="1" dirty="0"/>
              <a:t>Responsibilities</a:t>
            </a:r>
          </a:p>
          <a:p>
            <a:r>
              <a:rPr lang="en-IN" dirty="0"/>
              <a:t>Read unique records </a:t>
            </a:r>
          </a:p>
          <a:p>
            <a:r>
              <a:rPr lang="en-IN" dirty="0"/>
              <a:t>Write output </a:t>
            </a:r>
          </a:p>
          <a:p>
            <a:r>
              <a:rPr lang="en-IN" dirty="0"/>
              <a:t>Close file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9366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E7CB8-B461-8744-055D-A90A77A79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Execution Flow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11CDFC-3DEA-5216-93C9-5194D0DF03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defRPr sz="2400"/>
            </a:pPr>
            <a:r>
              <a:rPr lang="en-IN" dirty="0"/>
              <a:t>1. main()</a:t>
            </a:r>
          </a:p>
          <a:p>
            <a:pPr>
              <a:defRPr sz="2200"/>
            </a:pPr>
            <a:r>
              <a:rPr lang="en-IN" dirty="0"/>
              <a:t>2. </a:t>
            </a:r>
            <a:r>
              <a:rPr lang="en-IN" dirty="0" err="1"/>
              <a:t>ValidationManager</a:t>
            </a:r>
            <a:endParaRPr lang="en-IN" dirty="0"/>
          </a:p>
          <a:p>
            <a:pPr>
              <a:defRPr sz="2200"/>
            </a:pPr>
            <a:r>
              <a:rPr lang="en-IN" dirty="0"/>
              <a:t>3. Reader</a:t>
            </a:r>
          </a:p>
          <a:p>
            <a:pPr>
              <a:defRPr sz="2200"/>
            </a:pPr>
            <a:r>
              <a:rPr lang="en-IN" dirty="0"/>
              <a:t>4. Queue</a:t>
            </a:r>
          </a:p>
          <a:p>
            <a:pPr>
              <a:defRPr sz="2200"/>
            </a:pPr>
            <a:r>
              <a:rPr lang="en-IN" dirty="0"/>
              <a:t>5. Workers</a:t>
            </a:r>
          </a:p>
          <a:p>
            <a:pPr>
              <a:defRPr sz="2200"/>
            </a:pPr>
            <a:r>
              <a:rPr lang="en-IN" dirty="0"/>
              <a:t>6. Parser</a:t>
            </a:r>
          </a:p>
          <a:p>
            <a:pPr>
              <a:defRPr sz="2200"/>
            </a:pPr>
            <a:r>
              <a:rPr lang="en-IN" dirty="0"/>
              <a:t>7. Validator</a:t>
            </a:r>
          </a:p>
          <a:p>
            <a:pPr>
              <a:defRPr sz="2200"/>
            </a:pPr>
            <a:r>
              <a:rPr lang="en-IN" dirty="0"/>
              <a:t>8. HashSet</a:t>
            </a:r>
          </a:p>
          <a:p>
            <a:pPr>
              <a:defRPr sz="2200"/>
            </a:pPr>
            <a:r>
              <a:rPr lang="en-IN" dirty="0"/>
              <a:t>9. Writer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47167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9551787-82EB-26DE-4659-69D8390EF8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66" y="1628775"/>
            <a:ext cx="12050899" cy="44291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BB6D729-A624-26CD-6902-C73791D0918A}"/>
              </a:ext>
            </a:extLst>
          </p:cNvPr>
          <p:cNvSpPr txBox="1"/>
          <p:nvPr/>
        </p:nvSpPr>
        <p:spPr>
          <a:xfrm>
            <a:off x="3905250" y="647700"/>
            <a:ext cx="41761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dirty="0"/>
              <a:t>Architecture Diagram</a:t>
            </a:r>
          </a:p>
        </p:txBody>
      </p:sp>
    </p:spTree>
    <p:extLst>
      <p:ext uri="{BB962C8B-B14F-4D97-AF65-F5344CB8AC3E}">
        <p14:creationId xmlns:p14="http://schemas.microsoft.com/office/powerpoint/2010/main" val="13370559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7A347B-2DB5-80E3-B1DC-788298711A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200" y="0"/>
            <a:ext cx="6915150" cy="632830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A14598A-B841-5340-75F0-5BCDD4544D58}"/>
              </a:ext>
            </a:extLst>
          </p:cNvPr>
          <p:cNvSpPr txBox="1"/>
          <p:nvPr/>
        </p:nvSpPr>
        <p:spPr>
          <a:xfrm>
            <a:off x="1009650" y="628650"/>
            <a:ext cx="226695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/>
              <a:t>Class </a:t>
            </a:r>
            <a:r>
              <a:rPr lang="en-IN" sz="4800" dirty="0"/>
              <a:t>Diagram</a:t>
            </a:r>
            <a:r>
              <a:rPr lang="en-US" sz="4800" dirty="0"/>
              <a:t> </a:t>
            </a:r>
            <a:endParaRPr lang="en-IN" sz="4800" dirty="0"/>
          </a:p>
        </p:txBody>
      </p:sp>
    </p:spTree>
    <p:extLst>
      <p:ext uri="{BB962C8B-B14F-4D97-AF65-F5344CB8AC3E}">
        <p14:creationId xmlns:p14="http://schemas.microsoft.com/office/powerpoint/2010/main" val="14635926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68E3E03-3938-7BDB-C66E-F1A3E7440EA5}"/>
              </a:ext>
            </a:extLst>
          </p:cNvPr>
          <p:cNvSpPr txBox="1"/>
          <p:nvPr/>
        </p:nvSpPr>
        <p:spPr>
          <a:xfrm>
            <a:off x="0" y="152312"/>
            <a:ext cx="24479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/>
              <a:t>Sequence Diagram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8BFAAE-8287-9EC5-7B3F-2E9E961888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7425" y="0"/>
            <a:ext cx="9676404" cy="6248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4971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A68B6-033C-0FEC-EF4F-5627EFB93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1BA03-47B0-E8BF-FC7A-74CB77A15A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Reading Large Files Efficiently</a:t>
            </a:r>
          </a:p>
          <a:p>
            <a:r>
              <a:rPr lang="en-IN" dirty="0"/>
              <a:t>Producer–Consumer Design</a:t>
            </a:r>
          </a:p>
          <a:p>
            <a:r>
              <a:rPr lang="en-IN" dirty="0"/>
              <a:t>ISO 8601 Validation</a:t>
            </a:r>
          </a:p>
          <a:p>
            <a:r>
              <a:rPr lang="en-IN" dirty="0"/>
              <a:t>Designing Custom Data Structures</a:t>
            </a:r>
          </a:p>
          <a:p>
            <a:r>
              <a:rPr lang="en-IN" dirty="0"/>
              <a:t>HashSet Thread Safety </a:t>
            </a:r>
          </a:p>
          <a:p>
            <a:r>
              <a:rPr lang="en-IN" dirty="0"/>
              <a:t>Thread Synchronization</a:t>
            </a:r>
          </a:p>
          <a:p>
            <a:r>
              <a:rPr lang="en-IN" dirty="0"/>
              <a:t>Memory Management </a:t>
            </a:r>
          </a:p>
          <a:p>
            <a:r>
              <a:rPr lang="en-IN" dirty="0"/>
              <a:t>Compilation Issues </a:t>
            </a:r>
          </a:p>
          <a:p>
            <a:r>
              <a:rPr lang="en-IN" dirty="0"/>
              <a:t>Debugging Segmentation Fault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72178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DA98F-1F7F-FE2F-A126-1D30447B4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					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E287E5-4B11-5723-AF64-6A98C0E73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Invalid Input Testing				</a:t>
            </a:r>
          </a:p>
          <a:p>
            <a:r>
              <a:rPr lang="en-IN" dirty="0"/>
              <a:t>Duplicate Record Testing</a:t>
            </a:r>
          </a:p>
          <a:p>
            <a:r>
              <a:rPr lang="en-IN" dirty="0"/>
              <a:t>Parser Testing</a:t>
            </a:r>
          </a:p>
          <a:p>
            <a:r>
              <a:rPr lang="en-IN" dirty="0"/>
              <a:t>Multithreading Testing</a:t>
            </a:r>
          </a:p>
          <a:p>
            <a:r>
              <a:rPr lang="en-IN" dirty="0"/>
              <a:t>Large File Testing (100K)</a:t>
            </a:r>
          </a:p>
          <a:p>
            <a:r>
              <a:rPr lang="en-IN" dirty="0">
                <a:highlight>
                  <a:srgbClr val="FF0000"/>
                </a:highlight>
              </a:rPr>
              <a:t>Boundary Value Testing</a:t>
            </a:r>
          </a:p>
          <a:p>
            <a:r>
              <a:rPr lang="en-IN" dirty="0">
                <a:highlight>
                  <a:srgbClr val="FF0000"/>
                </a:highlight>
              </a:rPr>
              <a:t>Data Structure Testing</a:t>
            </a:r>
          </a:p>
          <a:p>
            <a:r>
              <a:rPr lang="en-IN" dirty="0">
                <a:highlight>
                  <a:srgbClr val="FF0000"/>
                </a:highlight>
              </a:rPr>
              <a:t>Stress Testing</a:t>
            </a:r>
          </a:p>
        </p:txBody>
      </p:sp>
    </p:spTree>
    <p:extLst>
      <p:ext uri="{BB962C8B-B14F-4D97-AF65-F5344CB8AC3E}">
        <p14:creationId xmlns:p14="http://schemas.microsoft.com/office/powerpoint/2010/main" val="8999584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EDD7A-8F8F-9040-464F-88E790B38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E87B13-8CB3-33A2-BCAB-D2299B248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Configurable Parameters</a:t>
            </a:r>
          </a:p>
          <a:p>
            <a:r>
              <a:rPr lang="en-IN" dirty="0"/>
              <a:t>Support Additional ISO 8601 Formats</a:t>
            </a:r>
          </a:p>
          <a:p>
            <a:r>
              <a:rPr lang="en-IN" dirty="0"/>
              <a:t>Dynamic Thread Pool</a:t>
            </a:r>
          </a:p>
          <a:p>
            <a:r>
              <a:rPr lang="en-IN" dirty="0"/>
              <a:t>Logging Framework </a:t>
            </a:r>
          </a:p>
          <a:p>
            <a:r>
              <a:rPr lang="en-IN" dirty="0"/>
              <a:t>Performance Metrics</a:t>
            </a:r>
          </a:p>
          <a:p>
            <a:r>
              <a:rPr lang="en-IN" dirty="0"/>
              <a:t>Unit Test Framework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7591296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41</TotalTime>
  <Words>436</Words>
  <Application>Microsoft Office PowerPoint</Application>
  <PresentationFormat>Widescreen</PresentationFormat>
  <Paragraphs>172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Calibri</vt:lpstr>
      <vt:lpstr>Calibri Light</vt:lpstr>
      <vt:lpstr>Retrospect</vt:lpstr>
      <vt:lpstr>Date-Time Validation System</vt:lpstr>
      <vt:lpstr>Problem Statement</vt:lpstr>
      <vt:lpstr>Functional Requirements </vt:lpstr>
      <vt:lpstr>Non-Functional Requirements</vt:lpstr>
      <vt:lpstr>Key Classes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Execution Flow</vt:lpstr>
      <vt:lpstr>PowerPoint Presentation</vt:lpstr>
      <vt:lpstr>PowerPoint Presentation</vt:lpstr>
      <vt:lpstr>PowerPoint Presentation</vt:lpstr>
      <vt:lpstr>Challenges</vt:lpstr>
      <vt:lpstr>Testing      </vt:lpstr>
      <vt:lpstr>Future Scope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suraj29pardeshi@outlook.com</dc:creator>
  <cp:lastModifiedBy>suraj29pardeshi@outlook.com</cp:lastModifiedBy>
  <cp:revision>1</cp:revision>
  <dcterms:created xsi:type="dcterms:W3CDTF">2026-07-23T11:12:34Z</dcterms:created>
  <dcterms:modified xsi:type="dcterms:W3CDTF">2026-07-23T11:54:15Z</dcterms:modified>
</cp:coreProperties>
</file>